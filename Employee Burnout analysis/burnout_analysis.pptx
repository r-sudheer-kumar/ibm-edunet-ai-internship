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78" r:id="rId2"/>
    <p:sldId id="294" r:id="rId3"/>
    <p:sldId id="279" r:id="rId4"/>
    <p:sldId id="280" r:id="rId5"/>
    <p:sldId id="281" r:id="rId6"/>
    <p:sldId id="283" r:id="rId7"/>
    <p:sldId id="295" r:id="rId8"/>
    <p:sldId id="284" r:id="rId9"/>
    <p:sldId id="300" r:id="rId10"/>
    <p:sldId id="298" r:id="rId11"/>
    <p:sldId id="299" r:id="rId12"/>
    <p:sldId id="296" r:id="rId13"/>
    <p:sldId id="282" r:id="rId14"/>
    <p:sldId id="297" r:id="rId15"/>
    <p:sldId id="285" r:id="rId16"/>
    <p:sldId id="293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09" autoAdjust="0"/>
  </p:normalViewPr>
  <p:slideViewPr>
    <p:cSldViewPr snapToGrid="0" snapToObjects="1">
      <p:cViewPr>
        <p:scale>
          <a:sx n="66" d="100"/>
          <a:sy n="66" d="100"/>
        </p:scale>
        <p:origin x="1320" y="413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mailto:rsudheerkumar40@gmail.com" TargetMode="Externa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5718B84-0618-9B16-7699-2C12E4C987E3}"/>
              </a:ext>
            </a:extLst>
          </p:cNvPr>
          <p:cNvSpPr/>
          <p:nvPr/>
        </p:nvSpPr>
        <p:spPr>
          <a:xfrm>
            <a:off x="0" y="-51642"/>
            <a:ext cx="12192000" cy="3480642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C81462-0931-6753-A911-4F39A4355AC5}"/>
              </a:ext>
            </a:extLst>
          </p:cNvPr>
          <p:cNvSpPr txBox="1"/>
          <p:nvPr/>
        </p:nvSpPr>
        <p:spPr>
          <a:xfrm>
            <a:off x="228599" y="975625"/>
            <a:ext cx="9152467" cy="439517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Rachamadugu Sudheer Kumar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SkillsBuild Email ID 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rsudheerkumar40@gmail.com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 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RISE Krishna Sai Prakasam Group  														of 	Institutions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State 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Andhra Pradesh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Domain 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StartDate 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June 2023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928669F-7B8F-D306-BF4A-32D59B175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834" y="1576329"/>
            <a:ext cx="2615398" cy="348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4414E6-4565-915C-84BB-892950D49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024" y="1357714"/>
            <a:ext cx="6655309" cy="3502152"/>
          </a:xfrm>
        </p:spPr>
        <p:txBody>
          <a:bodyPr/>
          <a:lstStyle/>
          <a:p>
            <a:r>
              <a:rPr lang="en-US" dirty="0"/>
              <a:t>Employee Burnout Analysis</a:t>
            </a:r>
            <a:br>
              <a:rPr lang="en-IN" dirty="0"/>
            </a:br>
            <a:endParaRPr lang="en-IN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4A37DD-DDD8-3803-DF03-5BCFF27E3D66}"/>
              </a:ext>
            </a:extLst>
          </p:cNvPr>
          <p:cNvSpPr txBox="1">
            <a:spLocks/>
          </p:cNvSpPr>
          <p:nvPr/>
        </p:nvSpPr>
        <p:spPr>
          <a:xfrm>
            <a:off x="1063791" y="5663307"/>
            <a:ext cx="8235617" cy="2151427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>
            <a:lvl1pPr algn="ctr" defTabSz="914400" rtl="0" eaLnBrk="1" latinLnBrk="0" hangingPunct="1">
              <a:lnSpc>
                <a:spcPts val="4875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Employee Burnout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563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65E9-D88A-55D3-9D42-BD1C24B6D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016" y="965200"/>
            <a:ext cx="5693664" cy="768096"/>
          </a:xfrm>
        </p:spPr>
        <p:txBody>
          <a:bodyPr/>
          <a:lstStyle/>
          <a:p>
            <a:r>
              <a:rPr lang="en-US" sz="4000" b="1" dirty="0">
                <a:solidFill>
                  <a:schemeClr val="accent6"/>
                </a:solidFill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AGENDA</a:t>
            </a:r>
            <a:endParaRPr lang="en-US" sz="40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776" y="1867916"/>
            <a:ext cx="5693664" cy="312216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Data Loading</a:t>
            </a:r>
          </a:p>
          <a:p>
            <a:pPr marL="0" indent="0">
              <a:buNone/>
            </a:pPr>
            <a:r>
              <a:rPr lang="en-US" sz="2800" dirty="0"/>
              <a:t>Data Visualization </a:t>
            </a:r>
          </a:p>
          <a:p>
            <a:pPr marL="0" indent="0">
              <a:buNone/>
            </a:pPr>
            <a:r>
              <a:rPr lang="en-US" sz="2800" dirty="0"/>
              <a:t>Data Pre-Processing</a:t>
            </a:r>
          </a:p>
          <a:p>
            <a:pPr marL="0" indent="0">
              <a:buNone/>
            </a:pPr>
            <a:r>
              <a:rPr lang="en-US" sz="2800" dirty="0"/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3855531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528" y="1049940"/>
            <a:ext cx="6766560" cy="768096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4528" y="2398661"/>
            <a:ext cx="7176535" cy="270052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Burnout Analysis with multi linear regression.</a:t>
            </a:r>
            <a:r>
              <a:rPr lang="en-IN" sz="2400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 burnout has become a prevalent issue in today's fast-paced and demanding work environments. It is characterized by physical and emotional exhaustion, cynicism, and reduced personal accomplishment, leading to decreased productivity and increased turnover rates.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62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240" y="3203448"/>
            <a:ext cx="6400800" cy="768096"/>
          </a:xfrm>
        </p:spPr>
        <p:txBody>
          <a:bodyPr/>
          <a:lstStyle/>
          <a:p>
            <a:r>
              <a:rPr lang="en-US" sz="5400" b="1" dirty="0">
                <a:solidFill>
                  <a:schemeClr val="accent6"/>
                </a:solidFill>
                <a:cs typeface="Arial Black" panose="020B0604020202020204" pitchFamily="34" charset="0"/>
              </a:rPr>
              <a:t>Data Loading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7E2B0E9-26EB-CF02-2418-492D395DB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41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260" y="3764280"/>
            <a:ext cx="7269480" cy="1313688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  <a:cs typeface="Arial Black" panose="020B0604020202020204" pitchFamily="34" charset="0"/>
              </a:rPr>
              <a:t>Data </a:t>
            </a:r>
            <a:r>
              <a:rPr lang="en-US" dirty="0">
                <a:cs typeface="Arial Black" panose="020B0604020202020204" pitchFamily="34" charset="0"/>
              </a:rPr>
              <a:t>Visualization</a:t>
            </a:r>
            <a:endParaRPr lang="en-US" b="1" dirty="0">
              <a:solidFill>
                <a:schemeClr val="accent6"/>
              </a:solidFill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981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9F62C96-91BD-BCCE-B2B1-DB97EEEAF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597" y="0"/>
            <a:ext cx="12284597" cy="6857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6474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D1903C-C622-5B9D-6F3C-E737498C3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9142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E03F80-1A71-7A4A-0734-E48A8D3A0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1291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13DDE3-8170-3B34-CCF6-63F900F8D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8750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3061" y="2754269"/>
            <a:ext cx="7055318" cy="1978152"/>
          </a:xfrm>
        </p:spPr>
        <p:txBody>
          <a:bodyPr/>
          <a:lstStyle/>
          <a:p>
            <a:r>
              <a:rPr lang="en-US" sz="5400" b="1" dirty="0">
                <a:solidFill>
                  <a:schemeClr val="accent6"/>
                </a:solidFill>
                <a:cs typeface="Arial Black" panose="020B0604020202020204" pitchFamily="34" charset="0"/>
              </a:rPr>
              <a:t>Data </a:t>
            </a:r>
            <a:br>
              <a:rPr lang="en-US" sz="5400" b="1" dirty="0">
                <a:solidFill>
                  <a:schemeClr val="accent6"/>
                </a:solidFill>
                <a:cs typeface="Arial Black" panose="020B0604020202020204" pitchFamily="34" charset="0"/>
              </a:rPr>
            </a:br>
            <a:r>
              <a:rPr lang="en-US" sz="5400" dirty="0">
                <a:cs typeface="Arial Black" panose="020B0604020202020204" pitchFamily="34" charset="0"/>
              </a:rPr>
              <a:t>pre-processing</a:t>
            </a:r>
            <a:endParaRPr lang="en-US" sz="5400" b="1" dirty="0">
              <a:solidFill>
                <a:schemeClr val="accent6"/>
              </a:solidFill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929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653124D-A5D3-BE32-7829-4E86B1A9F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341" y="3358334"/>
            <a:ext cx="7055318" cy="1208131"/>
          </a:xfrm>
        </p:spPr>
        <p:txBody>
          <a:bodyPr/>
          <a:lstStyle/>
          <a:p>
            <a:r>
              <a:rPr lang="en-US" sz="5400" b="1" dirty="0">
                <a:solidFill>
                  <a:schemeClr val="accent6"/>
                </a:solidFill>
                <a:cs typeface="Arial Black" panose="020B0604020202020204" pitchFamily="34" charset="0"/>
              </a:rPr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93901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2BB0AA77-8AFE-F3B8-1735-D6F6790C7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30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652" y="1171072"/>
            <a:ext cx="4860758" cy="1042737"/>
          </a:xfrm>
        </p:spPr>
        <p:txBody>
          <a:bodyPr/>
          <a:lstStyle/>
          <a:p>
            <a:r>
              <a:rPr lang="en-US" sz="48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7DFD8-D262-D485-B1F2-817C5A092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0652" y="2975812"/>
            <a:ext cx="6781800" cy="2261937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Rachamadugu Sudheer Kumar</a:t>
            </a: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ID 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rsudheerkumar40@gmail.com</a:t>
            </a:r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-Color-Block_Win32_jx_v9.potx" id="{B1D493D9-AF74-4AD6-8F0C-5B1308D7041B}" vid="{1AA99070-5A1F-42D2-9F5B-E7354C964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{9243B9BA-A717-496E-BB2F-2CA81A45F01F}tf78438558_win32</Template>
  <TotalTime>80</TotalTime>
  <Words>143</Words>
  <Application>Microsoft Office PowerPoint</Application>
  <PresentationFormat>Widescreen</PresentationFormat>
  <Paragraphs>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Sabon Next LT</vt:lpstr>
      <vt:lpstr>Times New Roman</vt:lpstr>
      <vt:lpstr>Office Theme</vt:lpstr>
      <vt:lpstr>PowerPoint Presentation</vt:lpstr>
      <vt:lpstr>Employee Burnout Analysis </vt:lpstr>
      <vt:lpstr>AGENDA</vt:lpstr>
      <vt:lpstr>Introduction</vt:lpstr>
      <vt:lpstr>Data Loading</vt:lpstr>
      <vt:lpstr>PowerPoint Presentation</vt:lpstr>
      <vt:lpstr>Data Visualization</vt:lpstr>
      <vt:lpstr>PowerPoint Presentation</vt:lpstr>
      <vt:lpstr>PowerPoint Presentation</vt:lpstr>
      <vt:lpstr>PowerPoint Presentation</vt:lpstr>
      <vt:lpstr>PowerPoint Presentation</vt:lpstr>
      <vt:lpstr>Data  pre-processing</vt:lpstr>
      <vt:lpstr>PowerPoint Presentation</vt:lpstr>
      <vt:lpstr>Random forest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Rachamadugu Sudheer Kumar</dc:creator>
  <cp:lastModifiedBy>Rachamadugu Sudheer Kumar</cp:lastModifiedBy>
  <cp:revision>5</cp:revision>
  <dcterms:created xsi:type="dcterms:W3CDTF">2023-07-16T17:50:25Z</dcterms:created>
  <dcterms:modified xsi:type="dcterms:W3CDTF">2023-07-17T05:34:49Z</dcterms:modified>
</cp:coreProperties>
</file>